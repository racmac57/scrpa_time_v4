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SCRPA 7-Day Crime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Hackensack Police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SCRPA Analysis - MV Theft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SCRPA Analysis - Burglary Auto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SCRPA Analysis - Burglary - Comm &amp; 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SCRPA Analysis - Robbery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SCRPA Analysis - Sexual Offenses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