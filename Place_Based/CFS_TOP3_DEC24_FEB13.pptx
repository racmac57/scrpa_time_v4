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79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5EF48-13BC-9515-419A-9DEF98E3C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F126D5-42F1-46E9-9E79-933DDD302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DD154-D5C2-D70C-7D24-8AB0A6DC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092C-E250-4F93-BC96-8CA2CEFCAFA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E12E4-4925-02B8-0C04-F3A6E12E0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398DC-B7CB-B5CB-8122-F2511BA3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C63D-A596-4402-825D-FFA0D958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3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E2AE-9BAB-A1D8-6441-3FA33104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2C2BF-B7D7-DE52-8E88-5F0AFF18D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BE94C-4548-0FD5-4F7C-D1957D95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092C-E250-4F93-BC96-8CA2CEFCAFA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34DCD-04D7-5E45-ED4F-945677776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EBFE0-5F63-485F-DB8F-6F634005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C63D-A596-4402-825D-FFA0D958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50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D063D-DE4E-1CBA-B14B-37037E05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05314-AD02-5C27-8934-34EBA7AB1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D0769-439A-FC46-C81B-6CC30FA4A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092C-E250-4F93-BC96-8CA2CEFCAFA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BB6BA-7C1B-2D92-1734-BFF7CB3A3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89022-899A-717B-738F-93631B06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C63D-A596-4402-825D-FFA0D958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79CF-2E87-AC6C-4565-9AF096AD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C3F1F-DD01-7F99-E777-51DE10AD5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2AA75-7FB1-148D-DF5A-5D3F53C8F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D3EFF-7D2D-8D7D-22FC-4F33CB64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092C-E250-4F93-BC96-8CA2CEFCAFA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0565F-CC33-FBFE-6013-72E210897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9D8E7-DD6E-9C94-3F23-53DEDDCF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C63D-A596-4402-825D-FFA0D958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4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BF77-934F-A306-52E5-263972006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6C4C7-1649-066F-7C31-2ECCB3FCC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279B0-5D68-C0FC-10C1-AE000C6AF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2E405-B073-71BE-7734-A5FA5A31B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7201C-5BCE-ED54-4C34-E7D716007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89784-3EA1-DFF6-B9E2-775622456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092C-E250-4F93-BC96-8CA2CEFCAFA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2588D9-2DA8-E932-D5A7-31236F6B1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A6019E-3ADF-FF75-B9C4-72DFCC0E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C63D-A596-4402-825D-FFA0D958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75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2A59-95E3-935B-CFE8-B5ADB9AA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0202D-CA0A-65FE-11E2-BD259D599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092C-E250-4F93-BC96-8CA2CEFCAFA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E1312-1CCD-8986-7819-7FC22F31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B14D9-997B-A732-8ABD-FFD1D7C1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C63D-A596-4402-825D-FFA0D958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61B5E4-E562-ABA5-CC80-EC96E259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092C-E250-4F93-BC96-8CA2CEFCAFA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5673F-97BB-26B7-32D2-E834753E7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7185E-F9E8-5F54-ACC9-60CD478B0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C63D-A596-4402-825D-FFA0D958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95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08BF9-2847-9DD9-38E2-4D8C72C60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3A1AB-5116-24AE-D68F-A9226A101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C95C62-65D1-F3D4-3227-09ED715DB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E24FB-8170-71EF-07E0-1F0993154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092C-E250-4F93-BC96-8CA2CEFCAFA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3DC2C-4AEF-6F2C-8AA7-C51CCE20C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FA3A6-6468-E2CD-D9D4-B4C2C8B6F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C63D-A596-4402-825D-FFA0D958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56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6AD8-2BF3-8EF5-1B46-0ED8D36B5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79C2C2-22A3-91BA-1534-0F8AFFA5B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847AA-3798-1138-E219-5860F209E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DFCFC-530F-1B5C-CFD9-ACC842D94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092C-E250-4F93-BC96-8CA2CEFCAFA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42748-3CEC-C92A-A93B-E9BC99215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BBF34-B702-A4FA-9476-8844AC4C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C63D-A596-4402-825D-FFA0D958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1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91D0-D220-7562-6F1D-C114937F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32124-045E-FC15-1C53-CBC612660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58FB8-047C-EF87-7E3D-D56A7992F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092C-E250-4F93-BC96-8CA2CEFCAFA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2D13D-B4DC-5312-20DD-C17EB5A36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F38C5-B132-D8DC-4428-67035EFB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C63D-A596-4402-825D-FFA0D958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4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8E9C0F-BD4D-D52B-8DC6-843D13F8A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891FF-75E9-E00D-928D-6943B3A5E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7D6D-530C-5966-6B33-AEDBDE950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C092C-E250-4F93-BC96-8CA2CEFCAFA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D2808-117B-066A-DAB6-77D7097C2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8308E-DD23-F7B6-3780-8558C89B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C63D-A596-4402-825D-FFA0D958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44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E8C9DB-5731-B274-B1F2-9591D3C91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E3341-FF93-3F61-BC48-1AA228E4A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29C53-9188-1268-B3F9-630EC2D01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EC092C-E250-4F93-BC96-8CA2CEFCAFA9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7FDB4-B9F1-FC7D-A8B5-070C1C813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A727A-66D0-CF35-E4C5-5CF47BD64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2C63D-A596-4402-825D-FFA0D958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5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Macro-Enabled_Worksheet3.xlsm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package" Target="../embeddings/Microsoft_Excel_Macro-Enabled_Worksheet.xlsm"/><Relationship Id="rId1" Type="http://schemas.openxmlformats.org/officeDocument/2006/relationships/slideLayout" Target="../slideLayouts/slideLayout1.xml"/><Relationship Id="rId6" Type="http://schemas.openxmlformats.org/officeDocument/2006/relationships/package" Target="../embeddings/Microsoft_Excel_Macro-Enabled_Worksheet2.xlsm"/><Relationship Id="rId5" Type="http://schemas.openxmlformats.org/officeDocument/2006/relationships/image" Target="../media/image2.emf"/><Relationship Id="rId4" Type="http://schemas.openxmlformats.org/officeDocument/2006/relationships/package" Target="../embeddings/Microsoft_Excel_Macro-Enabled_Worksheet1.xlsm"/><Relationship Id="rId9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95C9013-83CD-5459-1BF5-8ADFE66598D4}"/>
              </a:ext>
            </a:extLst>
          </p:cNvPr>
          <p:cNvGrpSpPr/>
          <p:nvPr/>
        </p:nvGrpSpPr>
        <p:grpSpPr>
          <a:xfrm>
            <a:off x="614499" y="1070518"/>
            <a:ext cx="11048054" cy="5422392"/>
            <a:chOff x="614499" y="590621"/>
            <a:chExt cx="11048054" cy="5422392"/>
          </a:xfrm>
        </p:grpSpPr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D65DC1E1-3386-C64A-38DC-9FB5F74DC9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9433052"/>
                </p:ext>
              </p:extLst>
            </p:nvPr>
          </p:nvGraphicFramePr>
          <p:xfrm>
            <a:off x="614499" y="590621"/>
            <a:ext cx="2441903" cy="5422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acro-Enabled Worksheet" r:id="rId2" imgW="3714625" imgH="8248786" progId="Excel.SheetMacroEnabled.12">
                    <p:embed/>
                  </p:oleObj>
                </mc:Choice>
                <mc:Fallback>
                  <p:oleObj name="Macro-Enabled Worksheet" r:id="rId2" imgW="3714625" imgH="8248786" progId="Excel.SheetMacroEnabled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14499" y="590621"/>
                          <a:ext cx="2441903" cy="54223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978F5782-F28E-C52D-A5EF-2307C17A1E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8896340"/>
                </p:ext>
              </p:extLst>
            </p:nvPr>
          </p:nvGraphicFramePr>
          <p:xfrm>
            <a:off x="3246816" y="1970365"/>
            <a:ext cx="2679192" cy="4042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acro-Enabled Worksheet" r:id="rId4" imgW="3743240" imgH="5648461" progId="Excel.SheetMacroEnabled.12">
                    <p:embed/>
                  </p:oleObj>
                </mc:Choice>
                <mc:Fallback>
                  <p:oleObj name="Macro-Enabled Worksheet" r:id="rId4" imgW="3743240" imgH="5648461" progId="Excel.SheetMacroEnabled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246816" y="1970365"/>
                          <a:ext cx="2679192" cy="40426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41280C46-C95E-3763-1C85-0457A78337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3900233"/>
                </p:ext>
              </p:extLst>
            </p:nvPr>
          </p:nvGraphicFramePr>
          <p:xfrm>
            <a:off x="6116422" y="949846"/>
            <a:ext cx="2679192" cy="5063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acro-Enabled Worksheet" r:id="rId6" imgW="4048194" imgH="7648711" progId="Excel.SheetMacroEnabled.12">
                    <p:embed/>
                  </p:oleObj>
                </mc:Choice>
                <mc:Fallback>
                  <p:oleObj name="Macro-Enabled Worksheet" r:id="rId6" imgW="4048194" imgH="7648711" progId="Excel.SheetMacroEnabled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116422" y="949846"/>
                          <a:ext cx="2679192" cy="506316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CAE17671-D276-783B-7C39-0C67DF680E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5572205"/>
                </p:ext>
              </p:extLst>
            </p:nvPr>
          </p:nvGraphicFramePr>
          <p:xfrm>
            <a:off x="8986028" y="594876"/>
            <a:ext cx="2676525" cy="541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acro-Enabled Worksheet" r:id="rId8" imgW="3876504" imgH="7848736" progId="Excel.SheetMacroEnabled.12">
                    <p:embed/>
                  </p:oleObj>
                </mc:Choice>
                <mc:Fallback>
                  <p:oleObj name="Macro-Enabled Worksheet" r:id="rId8" imgW="3876504" imgH="7848736" progId="Excel.SheetMacroEnabled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8986028" y="594876"/>
                          <a:ext cx="2676525" cy="54181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9EF0E61-ADEC-8587-EA44-076221CAE099}"/>
              </a:ext>
            </a:extLst>
          </p:cNvPr>
          <p:cNvSpPr txBox="1"/>
          <p:nvPr/>
        </p:nvSpPr>
        <p:spPr>
          <a:xfrm>
            <a:off x="2033081" y="194553"/>
            <a:ext cx="8125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TOP 3 CFS LOCATIONS FOR DECEMBER TO PRESENT</a:t>
            </a:r>
          </a:p>
        </p:txBody>
      </p:sp>
    </p:spTree>
    <p:extLst>
      <p:ext uri="{BB962C8B-B14F-4D97-AF65-F5344CB8AC3E}">
        <p14:creationId xmlns:p14="http://schemas.microsoft.com/office/powerpoint/2010/main" val="493511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Microsoft Excel Macro-Enabled 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Carucci</dc:creator>
  <cp:lastModifiedBy>Robert Carucci</cp:lastModifiedBy>
  <cp:revision>1</cp:revision>
  <dcterms:created xsi:type="dcterms:W3CDTF">2025-02-13T21:59:28Z</dcterms:created>
  <dcterms:modified xsi:type="dcterms:W3CDTF">2025-02-13T22:07:49Z</dcterms:modified>
</cp:coreProperties>
</file>