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0" r:id="rId2"/>
    <p:sldId id="287" r:id="rId3"/>
    <p:sldId id="286" r:id="rId4"/>
    <p:sldId id="289" r:id="rId5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EDFE"/>
    <a:srgbClr val="3286B4"/>
    <a:srgbClr val="513E80"/>
    <a:srgbClr val="36105B"/>
    <a:srgbClr val="D100D0"/>
    <a:srgbClr val="020D56"/>
    <a:srgbClr val="00EBFF"/>
    <a:srgbClr val="023F93"/>
    <a:srgbClr val="9ADBFE"/>
    <a:srgbClr val="FAB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AAEA4-1033-4C21-9FF3-3CB15214C5DB}" v="16" dt="2025-02-13T17:18:17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50" d="100"/>
          <a:sy n="150" d="100"/>
        </p:scale>
        <p:origin x="7926" y="-294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4B23947C-CC2E-4F52-B205-537CDA8F3850}"/>
    <pc:docChg chg="custSel modSld">
      <pc:chgData name="Robert Carucci" userId="5be546eb-4763-4194-b93d-35346ec02cb5" providerId="ADAL" clId="{4B23947C-CC2E-4F52-B205-537CDA8F3850}" dt="2025-02-11T19:44:00.247" v="336" actId="1035"/>
      <pc:docMkLst>
        <pc:docMk/>
      </pc:docMkLst>
      <pc:sldChg chg="addSp delSp modSp mod">
        <pc:chgData name="Robert Carucci" userId="5be546eb-4763-4194-b93d-35346ec02cb5" providerId="ADAL" clId="{4B23947C-CC2E-4F52-B205-537CDA8F3850}" dt="2025-02-11T19:38:04.789" v="270" actId="478"/>
        <pc:sldMkLst>
          <pc:docMk/>
          <pc:sldMk cId="1185383279" sldId="286"/>
        </pc:sldMkLst>
        <pc:spChg chg="mod">
          <ac:chgData name="Robert Carucci" userId="5be546eb-4763-4194-b93d-35346ec02cb5" providerId="ADAL" clId="{4B23947C-CC2E-4F52-B205-537CDA8F3850}" dt="2025-02-11T19:38:00.200" v="269" actId="20577"/>
          <ac:spMkLst>
            <pc:docMk/>
            <pc:sldMk cId="1185383279" sldId="286"/>
            <ac:spMk id="12" creationId="{A1D3FF56-6392-6251-8497-FA486AFB8D3E}"/>
          </ac:spMkLst>
        </pc:spChg>
        <pc:picChg chg="mod">
          <ac:chgData name="Robert Carucci" userId="5be546eb-4763-4194-b93d-35346ec02cb5" providerId="ADAL" clId="{4B23947C-CC2E-4F52-B205-537CDA8F3850}" dt="2025-02-11T19:33:29.244" v="138" actId="14100"/>
          <ac:picMkLst>
            <pc:docMk/>
            <pc:sldMk cId="1185383279" sldId="286"/>
            <ac:picMk id="4" creationId="{FD80DEB4-F25F-AF9C-0F57-D17F9F834AC4}"/>
          </ac:picMkLst>
        </pc:picChg>
        <pc:picChg chg="mod">
          <ac:chgData name="Robert Carucci" userId="5be546eb-4763-4194-b93d-35346ec02cb5" providerId="ADAL" clId="{4B23947C-CC2E-4F52-B205-537CDA8F3850}" dt="2025-02-11T19:34:10.331" v="141" actId="14826"/>
          <ac:picMkLst>
            <pc:docMk/>
            <pc:sldMk cId="1185383279" sldId="286"/>
            <ac:picMk id="5" creationId="{5760A518-09E4-EAEC-18C1-AB67BF10E1CC}"/>
          </ac:picMkLst>
        </pc:picChg>
        <pc:picChg chg="mod">
          <ac:chgData name="Robert Carucci" userId="5be546eb-4763-4194-b93d-35346ec02cb5" providerId="ADAL" clId="{4B23947C-CC2E-4F52-B205-537CDA8F3850}" dt="2025-02-11T19:33:58.532" v="140" actId="14826"/>
          <ac:picMkLst>
            <pc:docMk/>
            <pc:sldMk cId="1185383279" sldId="286"/>
            <ac:picMk id="7" creationId="{19AA1D51-A579-BFB6-278F-78BD50358C97}"/>
          </ac:picMkLst>
        </pc:picChg>
        <pc:picChg chg="mod">
          <ac:chgData name="Robert Carucci" userId="5be546eb-4763-4194-b93d-35346ec02cb5" providerId="ADAL" clId="{4B23947C-CC2E-4F52-B205-537CDA8F3850}" dt="2025-02-11T19:33:48.659" v="139" actId="14826"/>
          <ac:picMkLst>
            <pc:docMk/>
            <pc:sldMk cId="1185383279" sldId="286"/>
            <ac:picMk id="9" creationId="{79E4D7B3-FAF1-E10B-2640-789F0A7F542C}"/>
          </ac:picMkLst>
        </pc:picChg>
      </pc:sldChg>
      <pc:sldChg chg="addSp delSp modSp mod">
        <pc:chgData name="Robert Carucci" userId="5be546eb-4763-4194-b93d-35346ec02cb5" providerId="ADAL" clId="{4B23947C-CC2E-4F52-B205-537CDA8F3850}" dt="2025-02-11T19:32:59.812" v="132" actId="14826"/>
        <pc:sldMkLst>
          <pc:docMk/>
          <pc:sldMk cId="3242726822" sldId="287"/>
        </pc:sldMkLst>
        <pc:picChg chg="mod">
          <ac:chgData name="Robert Carucci" userId="5be546eb-4763-4194-b93d-35346ec02cb5" providerId="ADAL" clId="{4B23947C-CC2E-4F52-B205-537CDA8F3850}" dt="2025-02-11T19:32:59.812" v="132" actId="14826"/>
          <ac:picMkLst>
            <pc:docMk/>
            <pc:sldMk cId="3242726822" sldId="287"/>
            <ac:picMk id="21" creationId="{D0B87FD0-FEDE-9602-1A19-8B15B5C62FD4}"/>
          </ac:picMkLst>
        </pc:picChg>
        <pc:picChg chg="mod">
          <ac:chgData name="Robert Carucci" userId="5be546eb-4763-4194-b93d-35346ec02cb5" providerId="ADAL" clId="{4B23947C-CC2E-4F52-B205-537CDA8F3850}" dt="2025-02-11T19:32:34.080" v="126" actId="14100"/>
          <ac:picMkLst>
            <pc:docMk/>
            <pc:sldMk cId="3242726822" sldId="287"/>
            <ac:picMk id="25" creationId="{48AB9423-7A3F-AD1F-C65F-066B1B762A5C}"/>
          </ac:picMkLst>
        </pc:picChg>
      </pc:sldChg>
      <pc:sldChg chg="addSp delSp modSp mod">
        <pc:chgData name="Robert Carucci" userId="5be546eb-4763-4194-b93d-35346ec02cb5" providerId="ADAL" clId="{4B23947C-CC2E-4F52-B205-537CDA8F3850}" dt="2025-02-11T19:39:07.641" v="276" actId="14826"/>
        <pc:sldMkLst>
          <pc:docMk/>
          <pc:sldMk cId="477563929" sldId="288"/>
        </pc:sldMkLst>
      </pc:sldChg>
      <pc:sldChg chg="addSp delSp modSp mod">
        <pc:chgData name="Robert Carucci" userId="5be546eb-4763-4194-b93d-35346ec02cb5" providerId="ADAL" clId="{4B23947C-CC2E-4F52-B205-537CDA8F3850}" dt="2025-02-11T19:44:00.247" v="336" actId="1035"/>
        <pc:sldMkLst>
          <pc:docMk/>
          <pc:sldMk cId="3092951088" sldId="289"/>
        </pc:sldMkLst>
        <pc:spChg chg="add mod">
          <ac:chgData name="Robert Carucci" userId="5be546eb-4763-4194-b93d-35346ec02cb5" providerId="ADAL" clId="{4B23947C-CC2E-4F52-B205-537CDA8F3850}" dt="2025-02-11T19:42:14.932" v="307" actId="14100"/>
          <ac:spMkLst>
            <pc:docMk/>
            <pc:sldMk cId="3092951088" sldId="289"/>
            <ac:spMk id="5" creationId="{86E5863E-F0C7-E008-5D77-2FB5C7C3255A}"/>
          </ac:spMkLst>
        </pc:spChg>
        <pc:spChg chg="add mod">
          <ac:chgData name="Robert Carucci" userId="5be546eb-4763-4194-b93d-35346ec02cb5" providerId="ADAL" clId="{4B23947C-CC2E-4F52-B205-537CDA8F3850}" dt="2025-02-11T19:44:00.247" v="336" actId="1035"/>
          <ac:spMkLst>
            <pc:docMk/>
            <pc:sldMk cId="3092951088" sldId="289"/>
            <ac:spMk id="21" creationId="{539E9A05-C929-3C8F-D799-E9EE45A4C11A}"/>
          </ac:spMkLst>
        </pc:spChg>
        <pc:picChg chg="mod">
          <ac:chgData name="Robert Carucci" userId="5be546eb-4763-4194-b93d-35346ec02cb5" providerId="ADAL" clId="{4B23947C-CC2E-4F52-B205-537CDA8F3850}" dt="2025-02-11T19:41:38.478" v="278" actId="14826"/>
          <ac:picMkLst>
            <pc:docMk/>
            <pc:sldMk cId="3092951088" sldId="289"/>
            <ac:picMk id="4" creationId="{70E47E49-C28D-7909-DDED-CDAEA20AA174}"/>
          </ac:picMkLst>
        </pc:picChg>
        <pc:picChg chg="mod">
          <ac:chgData name="Robert Carucci" userId="5be546eb-4763-4194-b93d-35346ec02cb5" providerId="ADAL" clId="{4B23947C-CC2E-4F52-B205-537CDA8F3850}" dt="2025-02-11T19:41:27.119" v="277" actId="14826"/>
          <ac:picMkLst>
            <pc:docMk/>
            <pc:sldMk cId="3092951088" sldId="289"/>
            <ac:picMk id="7" creationId="{0A942A7D-B438-B500-2C91-9EE7EA0AD38B}"/>
          </ac:picMkLst>
        </pc:picChg>
        <pc:picChg chg="mod">
          <ac:chgData name="Robert Carucci" userId="5be546eb-4763-4194-b93d-35346ec02cb5" providerId="ADAL" clId="{4B23947C-CC2E-4F52-B205-537CDA8F3850}" dt="2025-02-11T19:43:40.252" v="312" actId="14826"/>
          <ac:picMkLst>
            <pc:docMk/>
            <pc:sldMk cId="3092951088" sldId="289"/>
            <ac:picMk id="10" creationId="{535F5F85-C538-D984-3D10-CF520A9B4407}"/>
          </ac:picMkLst>
        </pc:picChg>
      </pc:sldChg>
      <pc:sldChg chg="addSp delSp modSp mod">
        <pc:chgData name="Robert Carucci" userId="5be546eb-4763-4194-b93d-35346ec02cb5" providerId="ADAL" clId="{4B23947C-CC2E-4F52-B205-537CDA8F3850}" dt="2025-02-11T19:32:06.853" v="124" actId="14826"/>
        <pc:sldMkLst>
          <pc:docMk/>
          <pc:sldMk cId="2494822564" sldId="290"/>
        </pc:sldMkLst>
        <pc:spChg chg="mod">
          <ac:chgData name="Robert Carucci" userId="5be546eb-4763-4194-b93d-35346ec02cb5" providerId="ADAL" clId="{4B23947C-CC2E-4F52-B205-537CDA8F3850}" dt="2025-02-11T19:29:47.114" v="121" actId="20577"/>
          <ac:spMkLst>
            <pc:docMk/>
            <pc:sldMk cId="2494822564" sldId="290"/>
            <ac:spMk id="7" creationId="{6FDE9CDE-11DD-0B3C-8712-37935114FF7F}"/>
          </ac:spMkLst>
        </pc:spChg>
        <pc:picChg chg="mod">
          <ac:chgData name="Robert Carucci" userId="5be546eb-4763-4194-b93d-35346ec02cb5" providerId="ADAL" clId="{4B23947C-CC2E-4F52-B205-537CDA8F3850}" dt="2025-02-11T19:30:07.144" v="122" actId="14826"/>
          <ac:picMkLst>
            <pc:docMk/>
            <pc:sldMk cId="2494822564" sldId="290"/>
            <ac:picMk id="4" creationId="{A7689BE0-9F7B-E1D4-51B8-5053670AB9B9}"/>
          </ac:picMkLst>
        </pc:picChg>
        <pc:picChg chg="mod">
          <ac:chgData name="Robert Carucci" userId="5be546eb-4763-4194-b93d-35346ec02cb5" providerId="ADAL" clId="{4B23947C-CC2E-4F52-B205-537CDA8F3850}" dt="2025-02-11T19:31:41.568" v="123" actId="14826"/>
          <ac:picMkLst>
            <pc:docMk/>
            <pc:sldMk cId="2494822564" sldId="290"/>
            <ac:picMk id="5" creationId="{6C6BDE54-26C7-C607-0A00-B65A2A9B9D07}"/>
          </ac:picMkLst>
        </pc:picChg>
        <pc:picChg chg="mod">
          <ac:chgData name="Robert Carucci" userId="5be546eb-4763-4194-b93d-35346ec02cb5" providerId="ADAL" clId="{4B23947C-CC2E-4F52-B205-537CDA8F3850}" dt="2025-02-11T19:32:06.853" v="124" actId="14826"/>
          <ac:picMkLst>
            <pc:docMk/>
            <pc:sldMk cId="2494822564" sldId="290"/>
            <ac:picMk id="10" creationId="{52C0B372-AEA7-2DB3-5EB9-DFADAA40EC43}"/>
          </ac:picMkLst>
        </pc:picChg>
        <pc:picChg chg="mod">
          <ac:chgData name="Robert Carucci" userId="5be546eb-4763-4194-b93d-35346ec02cb5" providerId="ADAL" clId="{4B23947C-CC2E-4F52-B205-537CDA8F3850}" dt="2025-02-11T19:26:36.502" v="2" actId="14826"/>
          <ac:picMkLst>
            <pc:docMk/>
            <pc:sldMk cId="2494822564" sldId="290"/>
            <ac:picMk id="16" creationId="{49AE32CB-754D-5033-1352-3B899A22C0B7}"/>
          </ac:picMkLst>
        </pc:picChg>
      </pc:sldChg>
    </pc:docChg>
  </pc:docChgLst>
  <pc:docChgLst>
    <pc:chgData name="Robert Carucci" userId="5be546eb-4763-4194-b93d-35346ec02cb5" providerId="ADAL" clId="{1C9AAEA4-1033-4C21-9FF3-3CB15214C5DB}"/>
    <pc:docChg chg="undo custSel delSld modSld">
      <pc:chgData name="Robert Carucci" userId="5be546eb-4763-4194-b93d-35346ec02cb5" providerId="ADAL" clId="{1C9AAEA4-1033-4C21-9FF3-3CB15214C5DB}" dt="2025-02-13T17:18:21.988" v="558" actId="14826"/>
      <pc:docMkLst>
        <pc:docMk/>
      </pc:docMkLst>
      <pc:sldChg chg="addSp delSp modSp mod">
        <pc:chgData name="Robert Carucci" userId="5be546eb-4763-4194-b93d-35346ec02cb5" providerId="ADAL" clId="{1C9AAEA4-1033-4C21-9FF3-3CB15214C5DB}" dt="2025-02-13T17:17:42.467" v="548" actId="14826"/>
        <pc:sldMkLst>
          <pc:docMk/>
          <pc:sldMk cId="1185383279" sldId="286"/>
        </pc:sldMkLst>
        <pc:spChg chg="del">
          <ac:chgData name="Robert Carucci" userId="5be546eb-4763-4194-b93d-35346ec02cb5" providerId="ADAL" clId="{1C9AAEA4-1033-4C21-9FF3-3CB15214C5DB}" dt="2025-02-13T16:11:11.105" v="179" actId="478"/>
          <ac:spMkLst>
            <pc:docMk/>
            <pc:sldMk cId="1185383279" sldId="286"/>
            <ac:spMk id="3" creationId="{1DC413AF-7BDC-95C3-D7E3-FFEA18782840}"/>
          </ac:spMkLst>
        </pc:spChg>
        <pc:spChg chg="mod">
          <ac:chgData name="Robert Carucci" userId="5be546eb-4763-4194-b93d-35346ec02cb5" providerId="ADAL" clId="{1C9AAEA4-1033-4C21-9FF3-3CB15214C5DB}" dt="2025-02-13T16:21:17.804" v="525" actId="313"/>
          <ac:spMkLst>
            <pc:docMk/>
            <pc:sldMk cId="1185383279" sldId="286"/>
            <ac:spMk id="12" creationId="{A1D3FF56-6392-6251-8497-FA486AFB8D3E}"/>
          </ac:spMkLst>
        </pc:spChg>
        <pc:spChg chg="mod">
          <ac:chgData name="Robert Carucci" userId="5be546eb-4763-4194-b93d-35346ec02cb5" providerId="ADAL" clId="{1C9AAEA4-1033-4C21-9FF3-3CB15214C5DB}" dt="2025-02-13T15:47:40.618" v="13"/>
          <ac:spMkLst>
            <pc:docMk/>
            <pc:sldMk cId="1185383279" sldId="286"/>
            <ac:spMk id="15" creationId="{57B4911E-DF42-F300-6AB3-E5784AE55F2E}"/>
          </ac:spMkLst>
        </pc:spChg>
        <pc:spChg chg="mod">
          <ac:chgData name="Robert Carucci" userId="5be546eb-4763-4194-b93d-35346ec02cb5" providerId="ADAL" clId="{1C9AAEA4-1033-4C21-9FF3-3CB15214C5DB}" dt="2025-02-13T16:11:07.234" v="178" actId="20577"/>
          <ac:spMkLst>
            <pc:docMk/>
            <pc:sldMk cId="1185383279" sldId="286"/>
            <ac:spMk id="18" creationId="{10372149-D1C9-3123-CF94-1C31661822F8}"/>
          </ac:spMkLst>
        </pc:spChg>
        <pc:picChg chg="mod">
          <ac:chgData name="Robert Carucci" userId="5be546eb-4763-4194-b93d-35346ec02cb5" providerId="ADAL" clId="{1C9AAEA4-1033-4C21-9FF3-3CB15214C5DB}" dt="2025-02-13T17:17:42.467" v="548" actId="14826"/>
          <ac:picMkLst>
            <pc:docMk/>
            <pc:sldMk cId="1185383279" sldId="286"/>
            <ac:picMk id="4" creationId="{FD80DEB4-F25F-AF9C-0F57-D17F9F834AC4}"/>
          </ac:picMkLst>
        </pc:picChg>
        <pc:picChg chg="mod">
          <ac:chgData name="Robert Carucci" userId="5be546eb-4763-4194-b93d-35346ec02cb5" providerId="ADAL" clId="{1C9AAEA4-1033-4C21-9FF3-3CB15214C5DB}" dt="2025-02-13T16:16:19.358" v="239" actId="408"/>
          <ac:picMkLst>
            <pc:docMk/>
            <pc:sldMk cId="1185383279" sldId="286"/>
            <ac:picMk id="5" creationId="{5760A518-09E4-EAEC-18C1-AB67BF10E1CC}"/>
          </ac:picMkLst>
        </pc:picChg>
        <pc:picChg chg="mod">
          <ac:chgData name="Robert Carucci" userId="5be546eb-4763-4194-b93d-35346ec02cb5" providerId="ADAL" clId="{1C9AAEA4-1033-4C21-9FF3-3CB15214C5DB}" dt="2025-02-13T16:16:19.358" v="239" actId="408"/>
          <ac:picMkLst>
            <pc:docMk/>
            <pc:sldMk cId="1185383279" sldId="286"/>
            <ac:picMk id="7" creationId="{19AA1D51-A579-BFB6-278F-78BD50358C97}"/>
          </ac:picMkLst>
        </pc:picChg>
        <pc:picChg chg="mod">
          <ac:chgData name="Robert Carucci" userId="5be546eb-4763-4194-b93d-35346ec02cb5" providerId="ADAL" clId="{1C9AAEA4-1033-4C21-9FF3-3CB15214C5DB}" dt="2025-02-13T16:16:19.358" v="239" actId="408"/>
          <ac:picMkLst>
            <pc:docMk/>
            <pc:sldMk cId="1185383279" sldId="286"/>
            <ac:picMk id="9" creationId="{79E4D7B3-FAF1-E10B-2640-789F0A7F542C}"/>
          </ac:picMkLst>
        </pc:picChg>
        <pc:picChg chg="add del">
          <ac:chgData name="Robert Carucci" userId="5be546eb-4763-4194-b93d-35346ec02cb5" providerId="ADAL" clId="{1C9AAEA4-1033-4C21-9FF3-3CB15214C5DB}" dt="2025-02-13T16:12:08.883" v="181" actId="21"/>
          <ac:picMkLst>
            <pc:docMk/>
            <pc:sldMk cId="1185383279" sldId="286"/>
            <ac:picMk id="10" creationId="{1B476D29-E58C-7B00-E55F-972A3FDCB49F}"/>
          </ac:picMkLst>
        </pc:picChg>
        <pc:picChg chg="add del mod">
          <ac:chgData name="Robert Carucci" userId="5be546eb-4763-4194-b93d-35346ec02cb5" providerId="ADAL" clId="{1C9AAEA4-1033-4C21-9FF3-3CB15214C5DB}" dt="2025-02-13T16:13:51.837" v="187" actId="21"/>
          <ac:picMkLst>
            <pc:docMk/>
            <pc:sldMk cId="1185383279" sldId="286"/>
            <ac:picMk id="16" creationId="{E0DC4245-24D4-4A01-2B63-E23CC0FCF5BE}"/>
          </ac:picMkLst>
        </pc:picChg>
        <pc:picChg chg="add del mod">
          <ac:chgData name="Robert Carucci" userId="5be546eb-4763-4194-b93d-35346ec02cb5" providerId="ADAL" clId="{1C9AAEA4-1033-4C21-9FF3-3CB15214C5DB}" dt="2025-02-13T16:14:45.460" v="194" actId="21"/>
          <ac:picMkLst>
            <pc:docMk/>
            <pc:sldMk cId="1185383279" sldId="286"/>
            <ac:picMk id="17" creationId="{6845107F-3F5D-1842-7643-0241B55FF73C}"/>
          </ac:picMkLst>
        </pc:picChg>
        <pc:picChg chg="add del mod">
          <ac:chgData name="Robert Carucci" userId="5be546eb-4763-4194-b93d-35346ec02cb5" providerId="ADAL" clId="{1C9AAEA4-1033-4C21-9FF3-3CB15214C5DB}" dt="2025-02-13T17:17:37.290" v="547" actId="21"/>
          <ac:picMkLst>
            <pc:docMk/>
            <pc:sldMk cId="1185383279" sldId="286"/>
            <ac:picMk id="21" creationId="{D7A4017D-DEB1-5D72-9955-1ADEECF1CB05}"/>
          </ac:picMkLst>
        </pc:picChg>
      </pc:sldChg>
      <pc:sldChg chg="addSp delSp modSp mod">
        <pc:chgData name="Robert Carucci" userId="5be546eb-4763-4194-b93d-35346ec02cb5" providerId="ADAL" clId="{1C9AAEA4-1033-4C21-9FF3-3CB15214C5DB}" dt="2025-02-13T17:18:05.005" v="553" actId="14826"/>
        <pc:sldMkLst>
          <pc:docMk/>
          <pc:sldMk cId="3242726822" sldId="287"/>
        </pc:sldMkLst>
        <pc:spChg chg="del">
          <ac:chgData name="Robert Carucci" userId="5be546eb-4763-4194-b93d-35346ec02cb5" providerId="ADAL" clId="{1C9AAEA4-1033-4C21-9FF3-3CB15214C5DB}" dt="2025-02-13T16:06:31.618" v="100" actId="478"/>
          <ac:spMkLst>
            <pc:docMk/>
            <pc:sldMk cId="3242726822" sldId="287"/>
            <ac:spMk id="3" creationId="{A4A70DD7-F6C8-3576-23A6-EAB31FB526E5}"/>
          </ac:spMkLst>
        </pc:spChg>
        <pc:spChg chg="add mod">
          <ac:chgData name="Robert Carucci" userId="5be546eb-4763-4194-b93d-35346ec02cb5" providerId="ADAL" clId="{1C9AAEA4-1033-4C21-9FF3-3CB15214C5DB}" dt="2025-02-13T16:06:49.768" v="107" actId="20577"/>
          <ac:spMkLst>
            <pc:docMk/>
            <pc:sldMk cId="3242726822" sldId="287"/>
            <ac:spMk id="4" creationId="{D9F8CBB1-E510-666C-E7D7-B4C350CEFBC7}"/>
          </ac:spMkLst>
        </pc:spChg>
        <pc:spChg chg="mod">
          <ac:chgData name="Robert Carucci" userId="5be546eb-4763-4194-b93d-35346ec02cb5" providerId="ADAL" clId="{1C9AAEA4-1033-4C21-9FF3-3CB15214C5DB}" dt="2025-02-13T16:06:26.173" v="99" actId="12789"/>
          <ac:spMkLst>
            <pc:docMk/>
            <pc:sldMk cId="3242726822" sldId="287"/>
            <ac:spMk id="13" creationId="{A67B605C-3103-6086-8D7E-F5321A751EBF}"/>
          </ac:spMkLst>
        </pc:spChg>
        <pc:spChg chg="mod">
          <ac:chgData name="Robert Carucci" userId="5be546eb-4763-4194-b93d-35346ec02cb5" providerId="ADAL" clId="{1C9AAEA4-1033-4C21-9FF3-3CB15214C5DB}" dt="2025-02-13T15:47:36.400" v="12"/>
          <ac:spMkLst>
            <pc:docMk/>
            <pc:sldMk cId="3242726822" sldId="287"/>
            <ac:spMk id="15" creationId="{2C24B148-327A-F734-5047-BDCCF9DFDC41}"/>
          </ac:spMkLst>
        </pc:spChg>
        <pc:spChg chg="mod">
          <ac:chgData name="Robert Carucci" userId="5be546eb-4763-4194-b93d-35346ec02cb5" providerId="ADAL" clId="{1C9AAEA4-1033-4C21-9FF3-3CB15214C5DB}" dt="2025-02-13T16:10:32.541" v="164" actId="1035"/>
          <ac:spMkLst>
            <pc:docMk/>
            <pc:sldMk cId="3242726822" sldId="287"/>
            <ac:spMk id="17" creationId="{1603DBFE-3BC2-C6F4-5071-C93016B8B321}"/>
          </ac:spMkLst>
        </pc:spChg>
        <pc:spChg chg="del">
          <ac:chgData name="Robert Carucci" userId="5be546eb-4763-4194-b93d-35346ec02cb5" providerId="ADAL" clId="{1C9AAEA4-1033-4C21-9FF3-3CB15214C5DB}" dt="2025-02-13T16:06:10.984" v="78" actId="478"/>
          <ac:spMkLst>
            <pc:docMk/>
            <pc:sldMk cId="3242726822" sldId="287"/>
            <ac:spMk id="18" creationId="{D9844371-A58D-76FF-8BB7-36FF3F902AA0}"/>
          </ac:spMkLst>
        </pc:spChg>
        <pc:spChg chg="mod">
          <ac:chgData name="Robert Carucci" userId="5be546eb-4763-4194-b93d-35346ec02cb5" providerId="ADAL" clId="{1C9AAEA4-1033-4C21-9FF3-3CB15214C5DB}" dt="2025-02-13T16:19:38.953" v="486" actId="14100"/>
          <ac:spMkLst>
            <pc:docMk/>
            <pc:sldMk cId="3242726822" sldId="287"/>
            <ac:spMk id="19" creationId="{98218580-2A6A-4252-4426-D972E0E8489B}"/>
          </ac:spMkLst>
        </pc:spChg>
        <pc:picChg chg="add del mod">
          <ac:chgData name="Robert Carucci" userId="5be546eb-4763-4194-b93d-35346ec02cb5" providerId="ADAL" clId="{1C9AAEA4-1033-4C21-9FF3-3CB15214C5DB}" dt="2025-02-13T16:07:29.022" v="109" actId="21"/>
          <ac:picMkLst>
            <pc:docMk/>
            <pc:sldMk cId="3242726822" sldId="287"/>
            <ac:picMk id="5" creationId="{74015490-6AFC-1565-89FB-4263EE2996CB}"/>
          </ac:picMkLst>
        </pc:picChg>
        <pc:picChg chg="add mod">
          <ac:chgData name="Robert Carucci" userId="5be546eb-4763-4194-b93d-35346ec02cb5" providerId="ADAL" clId="{1C9AAEA4-1033-4C21-9FF3-3CB15214C5DB}" dt="2025-02-13T16:19:30.756" v="485" actId="1038"/>
          <ac:picMkLst>
            <pc:docMk/>
            <pc:sldMk cId="3242726822" sldId="287"/>
            <ac:picMk id="7" creationId="{B9C734E5-7698-393A-99AB-EA249732864F}"/>
          </ac:picMkLst>
        </pc:picChg>
        <pc:picChg chg="add del mod">
          <ac:chgData name="Robert Carucci" userId="5be546eb-4763-4194-b93d-35346ec02cb5" providerId="ADAL" clId="{1C9AAEA4-1033-4C21-9FF3-3CB15214C5DB}" dt="2025-02-13T17:18:00.992" v="552" actId="21"/>
          <ac:picMkLst>
            <pc:docMk/>
            <pc:sldMk cId="3242726822" sldId="287"/>
            <ac:picMk id="10" creationId="{8A936CB8-3F11-E9B5-45E1-62F5D23884C6}"/>
          </ac:picMkLst>
        </pc:picChg>
        <pc:picChg chg="mod">
          <ac:chgData name="Robert Carucci" userId="5be546eb-4763-4194-b93d-35346ec02cb5" providerId="ADAL" clId="{1C9AAEA4-1033-4C21-9FF3-3CB15214C5DB}" dt="2025-02-13T17:18:05.005" v="553" actId="14826"/>
          <ac:picMkLst>
            <pc:docMk/>
            <pc:sldMk cId="3242726822" sldId="287"/>
            <ac:picMk id="21" creationId="{D0B87FD0-FEDE-9602-1A19-8B15B5C62FD4}"/>
          </ac:picMkLst>
        </pc:picChg>
        <pc:picChg chg="mod">
          <ac:chgData name="Robert Carucci" userId="5be546eb-4763-4194-b93d-35346ec02cb5" providerId="ADAL" clId="{1C9AAEA4-1033-4C21-9FF3-3CB15214C5DB}" dt="2025-02-13T16:19:21.050" v="405" actId="1038"/>
          <ac:picMkLst>
            <pc:docMk/>
            <pc:sldMk cId="3242726822" sldId="287"/>
            <ac:picMk id="25" creationId="{48AB9423-7A3F-AD1F-C65F-066B1B762A5C}"/>
          </ac:picMkLst>
        </pc:picChg>
      </pc:sldChg>
      <pc:sldChg chg="modSp del mod">
        <pc:chgData name="Robert Carucci" userId="5be546eb-4763-4194-b93d-35346ec02cb5" providerId="ADAL" clId="{1C9AAEA4-1033-4C21-9FF3-3CB15214C5DB}" dt="2025-02-13T16:24:28.153" v="538" actId="2696"/>
        <pc:sldMkLst>
          <pc:docMk/>
          <pc:sldMk cId="477563929" sldId="288"/>
        </pc:sldMkLst>
        <pc:spChg chg="mod">
          <ac:chgData name="Robert Carucci" userId="5be546eb-4763-4194-b93d-35346ec02cb5" providerId="ADAL" clId="{1C9AAEA4-1033-4C21-9FF3-3CB15214C5DB}" dt="2025-02-13T15:47:47.733" v="15"/>
          <ac:spMkLst>
            <pc:docMk/>
            <pc:sldMk cId="477563929" sldId="288"/>
            <ac:spMk id="15" creationId="{FEA68C91-F7C1-9115-DC5F-D681C1DB668B}"/>
          </ac:spMkLst>
        </pc:spChg>
      </pc:sldChg>
      <pc:sldChg chg="addSp delSp modSp mod">
        <pc:chgData name="Robert Carucci" userId="5be546eb-4763-4194-b93d-35346ec02cb5" providerId="ADAL" clId="{1C9AAEA4-1033-4C21-9FF3-3CB15214C5DB}" dt="2025-02-13T17:17:24.261" v="543" actId="14826"/>
        <pc:sldMkLst>
          <pc:docMk/>
          <pc:sldMk cId="3092951088" sldId="289"/>
        </pc:sldMkLst>
        <pc:spChg chg="mod">
          <ac:chgData name="Robert Carucci" userId="5be546eb-4763-4194-b93d-35346ec02cb5" providerId="ADAL" clId="{1C9AAEA4-1033-4C21-9FF3-3CB15214C5DB}" dt="2025-02-13T15:47:44.072" v="14"/>
          <ac:spMkLst>
            <pc:docMk/>
            <pc:sldMk cId="3092951088" sldId="289"/>
            <ac:spMk id="15" creationId="{265EC36B-9308-E31C-D891-60103F672B2B}"/>
          </ac:spMkLst>
        </pc:spChg>
        <pc:spChg chg="add mod">
          <ac:chgData name="Robert Carucci" userId="5be546eb-4763-4194-b93d-35346ec02cb5" providerId="ADAL" clId="{1C9AAEA4-1033-4C21-9FF3-3CB15214C5DB}" dt="2025-02-13T16:24:17.097" v="537" actId="1076"/>
          <ac:spMkLst>
            <pc:docMk/>
            <pc:sldMk cId="3092951088" sldId="289"/>
            <ac:spMk id="16" creationId="{0F69CD45-98C4-7963-42BF-561102D69F79}"/>
          </ac:spMkLst>
        </pc:spChg>
        <pc:spChg chg="mod">
          <ac:chgData name="Robert Carucci" userId="5be546eb-4763-4194-b93d-35346ec02cb5" providerId="ADAL" clId="{1C9AAEA4-1033-4C21-9FF3-3CB15214C5DB}" dt="2025-02-13T16:16:40.159" v="245" actId="20577"/>
          <ac:spMkLst>
            <pc:docMk/>
            <pc:sldMk cId="3092951088" sldId="289"/>
            <ac:spMk id="18" creationId="{29DC1C02-44C4-4D51-D708-172C2CE07F47}"/>
          </ac:spMkLst>
        </pc:spChg>
        <pc:picChg chg="mod">
          <ac:chgData name="Robert Carucci" userId="5be546eb-4763-4194-b93d-35346ec02cb5" providerId="ADAL" clId="{1C9AAEA4-1033-4C21-9FF3-3CB15214C5DB}" dt="2025-02-13T16:22:22.288" v="530" actId="14100"/>
          <ac:picMkLst>
            <pc:docMk/>
            <pc:sldMk cId="3092951088" sldId="289"/>
            <ac:picMk id="4" creationId="{70E47E49-C28D-7909-DDED-CDAEA20AA174}"/>
          </ac:picMkLst>
        </pc:picChg>
        <pc:picChg chg="mod">
          <ac:chgData name="Robert Carucci" userId="5be546eb-4763-4194-b93d-35346ec02cb5" providerId="ADAL" clId="{1C9AAEA4-1033-4C21-9FF3-3CB15214C5DB}" dt="2025-02-13T16:23:53.970" v="535" actId="14100"/>
          <ac:picMkLst>
            <pc:docMk/>
            <pc:sldMk cId="3092951088" sldId="289"/>
            <ac:picMk id="7" creationId="{0A942A7D-B438-B500-2C91-9EE7EA0AD38B}"/>
          </ac:picMkLst>
        </pc:picChg>
        <pc:picChg chg="add del">
          <ac:chgData name="Robert Carucci" userId="5be546eb-4763-4194-b93d-35346ec02cb5" providerId="ADAL" clId="{1C9AAEA4-1033-4C21-9FF3-3CB15214C5DB}" dt="2025-02-13T16:22:11.599" v="527" actId="21"/>
          <ac:picMkLst>
            <pc:docMk/>
            <pc:sldMk cId="3092951088" sldId="289"/>
            <ac:picMk id="9" creationId="{3E398FAB-082B-61E3-F77F-9D386778BB3B}"/>
          </ac:picMkLst>
        </pc:picChg>
        <pc:picChg chg="mod">
          <ac:chgData name="Robert Carucci" userId="5be546eb-4763-4194-b93d-35346ec02cb5" providerId="ADAL" clId="{1C9AAEA4-1033-4C21-9FF3-3CB15214C5DB}" dt="2025-02-13T17:17:24.261" v="543" actId="14826"/>
          <ac:picMkLst>
            <pc:docMk/>
            <pc:sldMk cId="3092951088" sldId="289"/>
            <ac:picMk id="10" creationId="{535F5F85-C538-D984-3D10-CF520A9B4407}"/>
          </ac:picMkLst>
        </pc:picChg>
        <pc:picChg chg="add del mod">
          <ac:chgData name="Robert Carucci" userId="5be546eb-4763-4194-b93d-35346ec02cb5" providerId="ADAL" clId="{1C9AAEA4-1033-4C21-9FF3-3CB15214C5DB}" dt="2025-02-13T16:23:35.025" v="532" actId="21"/>
          <ac:picMkLst>
            <pc:docMk/>
            <pc:sldMk cId="3092951088" sldId="289"/>
            <ac:picMk id="12" creationId="{96F46E28-2B5B-58E4-A58A-72C67CD5238F}"/>
          </ac:picMkLst>
        </pc:picChg>
        <pc:picChg chg="add del mod">
          <ac:chgData name="Robert Carucci" userId="5be546eb-4763-4194-b93d-35346ec02cb5" providerId="ADAL" clId="{1C9AAEA4-1033-4C21-9FF3-3CB15214C5DB}" dt="2025-02-13T17:17:20.540" v="542" actId="21"/>
          <ac:picMkLst>
            <pc:docMk/>
            <pc:sldMk cId="3092951088" sldId="289"/>
            <ac:picMk id="19" creationId="{3D38659B-F3E0-B53B-4A1C-CEE257F9F50E}"/>
          </ac:picMkLst>
        </pc:picChg>
      </pc:sldChg>
      <pc:sldChg chg="addSp delSp modSp mod">
        <pc:chgData name="Robert Carucci" userId="5be546eb-4763-4194-b93d-35346ec02cb5" providerId="ADAL" clId="{1C9AAEA4-1033-4C21-9FF3-3CB15214C5DB}" dt="2025-02-13T17:18:21.988" v="558" actId="14826"/>
        <pc:sldMkLst>
          <pc:docMk/>
          <pc:sldMk cId="2494822564" sldId="290"/>
        </pc:sldMkLst>
        <pc:spChg chg="del">
          <ac:chgData name="Robert Carucci" userId="5be546eb-4763-4194-b93d-35346ec02cb5" providerId="ADAL" clId="{1C9AAEA4-1033-4C21-9FF3-3CB15214C5DB}" dt="2025-02-13T15:48:12.015" v="36" actId="478"/>
          <ac:spMkLst>
            <pc:docMk/>
            <pc:sldMk cId="2494822564" sldId="290"/>
            <ac:spMk id="3" creationId="{5CB3EE9F-3DFE-115C-A301-71BFC59EB4A6}"/>
          </ac:spMkLst>
        </pc:spChg>
        <pc:spChg chg="mod">
          <ac:chgData name="Robert Carucci" userId="5be546eb-4763-4194-b93d-35346ec02cb5" providerId="ADAL" clId="{1C9AAEA4-1033-4C21-9FF3-3CB15214C5DB}" dt="2025-02-13T16:17:45.592" v="264" actId="20577"/>
          <ac:spMkLst>
            <pc:docMk/>
            <pc:sldMk cId="2494822564" sldId="290"/>
            <ac:spMk id="7" creationId="{6FDE9CDE-11DD-0B3C-8712-37935114FF7F}"/>
          </ac:spMkLst>
        </pc:spChg>
        <pc:spChg chg="add del mod">
          <ac:chgData name="Robert Carucci" userId="5be546eb-4763-4194-b93d-35346ec02cb5" providerId="ADAL" clId="{1C9AAEA4-1033-4C21-9FF3-3CB15214C5DB}" dt="2025-02-13T15:53:00.948" v="43" actId="478"/>
          <ac:spMkLst>
            <pc:docMk/>
            <pc:sldMk cId="2494822564" sldId="290"/>
            <ac:spMk id="9" creationId="{F271BD7B-2CBA-17A5-BCE5-A7BC901F9EF8}"/>
          </ac:spMkLst>
        </pc:spChg>
        <pc:spChg chg="mod">
          <ac:chgData name="Robert Carucci" userId="5be546eb-4763-4194-b93d-35346ec02cb5" providerId="ADAL" clId="{1C9AAEA4-1033-4C21-9FF3-3CB15214C5DB}" dt="2025-02-13T15:47:27.113" v="11" actId="20577"/>
          <ac:spMkLst>
            <pc:docMk/>
            <pc:sldMk cId="2494822564" sldId="290"/>
            <ac:spMk id="15" creationId="{0F6501FC-7592-F9E5-9F6D-E6F2D4D26110}"/>
          </ac:spMkLst>
        </pc:spChg>
        <pc:spChg chg="mod">
          <ac:chgData name="Robert Carucci" userId="5be546eb-4763-4194-b93d-35346ec02cb5" providerId="ADAL" clId="{1C9AAEA4-1033-4C21-9FF3-3CB15214C5DB}" dt="2025-02-13T15:48:07.273" v="35" actId="6549"/>
          <ac:spMkLst>
            <pc:docMk/>
            <pc:sldMk cId="2494822564" sldId="290"/>
            <ac:spMk id="18" creationId="{E5018133-3213-7B4C-0014-5674C05D2A5E}"/>
          </ac:spMkLst>
        </pc:spChg>
        <pc:picChg chg="mod">
          <ac:chgData name="Robert Carucci" userId="5be546eb-4763-4194-b93d-35346ec02cb5" providerId="ADAL" clId="{1C9AAEA4-1033-4C21-9FF3-3CB15214C5DB}" dt="2025-02-13T16:18:12.517" v="299" actId="1035"/>
          <ac:picMkLst>
            <pc:docMk/>
            <pc:sldMk cId="2494822564" sldId="290"/>
            <ac:picMk id="4" creationId="{A7689BE0-9F7B-E1D4-51B8-5053670AB9B9}"/>
          </ac:picMkLst>
        </pc:picChg>
        <pc:picChg chg="mod">
          <ac:chgData name="Robert Carucci" userId="5be546eb-4763-4194-b93d-35346ec02cb5" providerId="ADAL" clId="{1C9AAEA4-1033-4C21-9FF3-3CB15214C5DB}" dt="2025-02-13T16:18:12.517" v="299" actId="1035"/>
          <ac:picMkLst>
            <pc:docMk/>
            <pc:sldMk cId="2494822564" sldId="290"/>
            <ac:picMk id="5" creationId="{6C6BDE54-26C7-C607-0A00-B65A2A9B9D07}"/>
          </ac:picMkLst>
        </pc:picChg>
        <pc:picChg chg="mod">
          <ac:chgData name="Robert Carucci" userId="5be546eb-4763-4194-b93d-35346ec02cb5" providerId="ADAL" clId="{1C9AAEA4-1033-4C21-9FF3-3CB15214C5DB}" dt="2025-02-13T16:18:12.517" v="299" actId="1035"/>
          <ac:picMkLst>
            <pc:docMk/>
            <pc:sldMk cId="2494822564" sldId="290"/>
            <ac:picMk id="10" creationId="{52C0B372-AEA7-2DB3-5EB9-DFADAA40EC43}"/>
          </ac:picMkLst>
        </pc:picChg>
        <pc:picChg chg="add del mod">
          <ac:chgData name="Robert Carucci" userId="5be546eb-4763-4194-b93d-35346ec02cb5" providerId="ADAL" clId="{1C9AAEA4-1033-4C21-9FF3-3CB15214C5DB}" dt="2025-02-13T15:53:31.242" v="45" actId="21"/>
          <ac:picMkLst>
            <pc:docMk/>
            <pc:sldMk cId="2494822564" sldId="290"/>
            <ac:picMk id="12" creationId="{81C24648-BE8E-9482-5373-898AC585CBAE}"/>
          </ac:picMkLst>
        </pc:picChg>
        <pc:picChg chg="mod">
          <ac:chgData name="Robert Carucci" userId="5be546eb-4763-4194-b93d-35346ec02cb5" providerId="ADAL" clId="{1C9AAEA4-1033-4C21-9FF3-3CB15214C5DB}" dt="2025-02-13T17:18:21.988" v="558" actId="14826"/>
          <ac:picMkLst>
            <pc:docMk/>
            <pc:sldMk cId="2494822564" sldId="290"/>
            <ac:picMk id="16" creationId="{49AE32CB-754D-5033-1352-3B899A22C0B7}"/>
          </ac:picMkLst>
        </pc:picChg>
        <pc:picChg chg="add del mod">
          <ac:chgData name="Robert Carucci" userId="5be546eb-4763-4194-b93d-35346ec02cb5" providerId="ADAL" clId="{1C9AAEA4-1033-4C21-9FF3-3CB15214C5DB}" dt="2025-02-13T15:53:55.765" v="48" actId="21"/>
          <ac:picMkLst>
            <pc:docMk/>
            <pc:sldMk cId="2494822564" sldId="290"/>
            <ac:picMk id="17" creationId="{F3535A60-BD2C-0F84-626D-8C191AFFBCBD}"/>
          </ac:picMkLst>
        </pc:picChg>
        <pc:picChg chg="add del">
          <ac:chgData name="Robert Carucci" userId="5be546eb-4763-4194-b93d-35346ec02cb5" providerId="ADAL" clId="{1C9AAEA4-1033-4C21-9FF3-3CB15214C5DB}" dt="2025-02-13T15:54:22.625" v="51" actId="21"/>
          <ac:picMkLst>
            <pc:docMk/>
            <pc:sldMk cId="2494822564" sldId="290"/>
            <ac:picMk id="19" creationId="{29CDA3D7-D35C-9AF7-C649-D2397E636FE7}"/>
          </ac:picMkLst>
        </pc:picChg>
        <pc:picChg chg="add del mod">
          <ac:chgData name="Robert Carucci" userId="5be546eb-4763-4194-b93d-35346ec02cb5" providerId="ADAL" clId="{1C9AAEA4-1033-4C21-9FF3-3CB15214C5DB}" dt="2025-02-13T17:18:18.719" v="557" actId="21"/>
          <ac:picMkLst>
            <pc:docMk/>
            <pc:sldMk cId="2494822564" sldId="290"/>
            <ac:picMk id="22" creationId="{AB3801C0-7B33-A4AE-2AF1-72FC7F9E09E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Place Based 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523801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363542" y="269944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0CE6-B2E8-874F-416D-1FEC87D1811E}"/>
              </a:ext>
            </a:extLst>
          </p:cNvPr>
          <p:cNvSpPr txBox="1"/>
          <p:nvPr/>
        </p:nvSpPr>
        <p:spPr>
          <a:xfrm>
            <a:off x="4624346" y="926602"/>
            <a:ext cx="5915646" cy="40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18133-3213-7B4C-0014-5674C05D2A5E}"/>
              </a:ext>
            </a:extLst>
          </p:cNvPr>
          <p:cNvSpPr txBox="1"/>
          <p:nvPr/>
        </p:nvSpPr>
        <p:spPr>
          <a:xfrm>
            <a:off x="326571" y="924578"/>
            <a:ext cx="397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Post 5 &amp;6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89BE0-9F7B-E1D4-51B8-5053670AB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3541" y="5088144"/>
            <a:ext cx="2800767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6BDE54-26C7-C607-0A00-B65A2A9B9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2531" y="5088144"/>
            <a:ext cx="3518743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C0B372-AEA7-2DB3-5EB9-DFADAA40EC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2266" y="5088144"/>
            <a:ext cx="3047999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DE9CDE-11DD-0B3C-8712-37935114FF7F}"/>
              </a:ext>
            </a:extLst>
          </p:cNvPr>
          <p:cNvSpPr txBox="1"/>
          <p:nvPr/>
        </p:nvSpPr>
        <p:spPr>
          <a:xfrm>
            <a:off x="480060" y="3068781"/>
            <a:ext cx="36978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Motor Vehicle Theft Incident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02/07 at 06:35 at 170 Hudson Street a </a:t>
            </a:r>
            <a:r>
              <a:rPr lang="en-US" sz="1200" b="1" dirty="0"/>
              <a:t>Dodge, CAR</a:t>
            </a:r>
            <a:r>
              <a:rPr lang="en-US" sz="1200" dirty="0"/>
              <a:t> was  taken from victim’s driveway.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Suspect: Unknown.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AE32CB-754D-5033-1352-3B899A22C0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6132" y="1527285"/>
            <a:ext cx="4213913" cy="32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Place Based 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513133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45055" y="2381786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B605C-3103-6086-8D7E-F5321A751EBF}"/>
              </a:ext>
            </a:extLst>
          </p:cNvPr>
          <p:cNvSpPr txBox="1"/>
          <p:nvPr/>
        </p:nvSpPr>
        <p:spPr>
          <a:xfrm>
            <a:off x="4624346" y="972703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B87FD0-FEDE-9602-1A19-8B15B5C6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1837" y="1336597"/>
            <a:ext cx="4340474" cy="33538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AB9423-7A3F-AD1F-C65F-066B1B762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7987" y="5003931"/>
            <a:ext cx="3738063" cy="19450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03DBFE-3BC2-C6F4-5071-C93016B8B321}"/>
              </a:ext>
            </a:extLst>
          </p:cNvPr>
          <p:cNvSpPr txBox="1"/>
          <p:nvPr/>
        </p:nvSpPr>
        <p:spPr>
          <a:xfrm>
            <a:off x="439994" y="2729486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218580-2A6A-4252-4426-D972E0E8489B}"/>
              </a:ext>
            </a:extLst>
          </p:cNvPr>
          <p:cNvSpPr txBox="1"/>
          <p:nvPr/>
        </p:nvSpPr>
        <p:spPr>
          <a:xfrm>
            <a:off x="217714" y="4897001"/>
            <a:ext cx="17634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/>
              <a:t>No Incidents occurred in the previous 7 days.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8CBB1-E510-666C-E7D7-B4C350CEFBC7}"/>
              </a:ext>
            </a:extLst>
          </p:cNvPr>
          <p:cNvSpPr txBox="1"/>
          <p:nvPr/>
        </p:nvSpPr>
        <p:spPr>
          <a:xfrm>
            <a:off x="326571" y="992441"/>
            <a:ext cx="397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Post 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C734E5-7698-393A-99AB-EA2497328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760" y="5198437"/>
            <a:ext cx="3612448" cy="175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Place Based 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>
            <a:off x="5494556" y="13333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47877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363542" y="2493709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AE88AE-869C-FA22-49F8-067524BBED0D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372149-D1C9-3123-CF94-1C31661822F8}"/>
              </a:ext>
            </a:extLst>
          </p:cNvPr>
          <p:cNvSpPr txBox="1"/>
          <p:nvPr/>
        </p:nvSpPr>
        <p:spPr>
          <a:xfrm>
            <a:off x="326571" y="924578"/>
            <a:ext cx="397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Post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A1D51-A579-BFB6-278F-78BD50358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7113" y="5244038"/>
            <a:ext cx="3285708" cy="1710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4D7B3-FAF1-E10B-2640-789F0A7F5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5599" y="4968651"/>
            <a:ext cx="3798197" cy="1986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60A518-09E4-EAEC-18C1-AB67BF10E1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2778" y="5216919"/>
            <a:ext cx="3281557" cy="1710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80DEB4-F25F-AF9C-0F57-D17F9F834A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1839" y="1411602"/>
            <a:ext cx="4201929" cy="32467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D3FF56-6392-6251-8497-FA486AFB8D3E}"/>
              </a:ext>
            </a:extLst>
          </p:cNvPr>
          <p:cNvSpPr txBox="1"/>
          <p:nvPr/>
        </p:nvSpPr>
        <p:spPr>
          <a:xfrm>
            <a:off x="439994" y="2913636"/>
            <a:ext cx="36978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Commercial Burglary 7-Day: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02/05 at 03:00 at 411 Hackensack Ave. (Pharmacy) main entrance glass door was shattered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Suspect: Unknown.</a:t>
            </a:r>
          </a:p>
        </p:txBody>
      </p:sp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Place Based 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6201885" y="1168286"/>
            <a:ext cx="52169" cy="345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83079" y="2255037"/>
            <a:ext cx="397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087F3-8231-4D83-7E45-A48EC15A50C8}"/>
              </a:ext>
            </a:extLst>
          </p:cNvPr>
          <p:cNvSpPr txBox="1"/>
          <p:nvPr/>
        </p:nvSpPr>
        <p:spPr>
          <a:xfrm>
            <a:off x="4624346" y="924578"/>
            <a:ext cx="5915646" cy="40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Spatial</a:t>
            </a:r>
            <a:r>
              <a:rPr lang="en-US" b="1" dirty="0"/>
              <a:t> </a:t>
            </a:r>
            <a:r>
              <a:rPr lang="en-US" sz="1800" b="1" u="sng" dirty="0">
                <a:latin typeface="Aptos ExtraBold" panose="020B0004020202020204" pitchFamily="34" charset="0"/>
              </a:rPr>
              <a:t>Assessment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C1C02-44C4-4D51-D708-172C2CE07F47}"/>
              </a:ext>
            </a:extLst>
          </p:cNvPr>
          <p:cNvSpPr txBox="1"/>
          <p:nvPr/>
        </p:nvSpPr>
        <p:spPr>
          <a:xfrm>
            <a:off x="326571" y="924578"/>
            <a:ext cx="397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latin typeface="Aptos ExtraBold" panose="020B0004020202020204" pitchFamily="34" charset="0"/>
              </a:rPr>
              <a:t>Post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63542" y="1410553"/>
            <a:ext cx="381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Robbery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47E49-C28D-7909-DDED-CDAEA20AA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7250" y="4934493"/>
            <a:ext cx="4389663" cy="2112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42A7D-B438-B500-2C91-9EE7EA0AD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2505" y="5415081"/>
            <a:ext cx="3974184" cy="16041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4622605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35F5F85-C538-D984-3D10-CF520A9B4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3194" y="1465185"/>
            <a:ext cx="4000301" cy="3091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5863E-F0C7-E008-5D77-2FB5C7C3255A}"/>
              </a:ext>
            </a:extLst>
          </p:cNvPr>
          <p:cNvSpPr txBox="1"/>
          <p:nvPr/>
        </p:nvSpPr>
        <p:spPr>
          <a:xfrm>
            <a:off x="439240" y="7055735"/>
            <a:ext cx="3463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Incidents occurred in the previous 7 days.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E9A05-C929-3C8F-D799-E9EE45A4C11A}"/>
              </a:ext>
            </a:extLst>
          </p:cNvPr>
          <p:cNvSpPr txBox="1"/>
          <p:nvPr/>
        </p:nvSpPr>
        <p:spPr>
          <a:xfrm>
            <a:off x="363542" y="2704953"/>
            <a:ext cx="3697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N/A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69CD45-98C4-7963-42BF-561102D69F79}"/>
              </a:ext>
            </a:extLst>
          </p:cNvPr>
          <p:cNvSpPr txBox="1"/>
          <p:nvPr/>
        </p:nvSpPr>
        <p:spPr>
          <a:xfrm>
            <a:off x="283079" y="4772439"/>
            <a:ext cx="17634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/>
              <a:t>No Incidents occurred in the previous 7 days.</a:t>
            </a:r>
          </a:p>
        </p:txBody>
      </p:sp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1046</TotalTime>
  <Words>166</Words>
  <Application>Microsoft Office PowerPoint</Application>
  <PresentationFormat>Custom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Aptos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23</cp:revision>
  <cp:lastPrinted>2024-03-13T21:12:29Z</cp:lastPrinted>
  <dcterms:created xsi:type="dcterms:W3CDTF">2024-03-08T16:09:34Z</dcterms:created>
  <dcterms:modified xsi:type="dcterms:W3CDTF">2025-02-13T17:18:30Z</dcterms:modified>
</cp:coreProperties>
</file>